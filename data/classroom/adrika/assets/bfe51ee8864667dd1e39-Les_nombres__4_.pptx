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14081B-2914-414B-A1D4-AA9B22B06011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4630A0C-82EA-4C36-99DE-E2F9C760F1F0}">
      <dgm:prSet/>
      <dgm:spPr/>
      <dgm:t>
        <a:bodyPr/>
        <a:lstStyle/>
        <a:p>
          <a:r>
            <a:rPr lang="en-US"/>
            <a:t>40=Quarante</a:t>
          </a:r>
        </a:p>
      </dgm:t>
    </dgm:pt>
    <dgm:pt modelId="{26A4BE24-3A00-4CFE-9E12-841613021613}" type="parTrans" cxnId="{220DAA31-3E4C-4360-8C9A-75C2FE4B1448}">
      <dgm:prSet/>
      <dgm:spPr/>
      <dgm:t>
        <a:bodyPr/>
        <a:lstStyle/>
        <a:p>
          <a:endParaRPr lang="en-US"/>
        </a:p>
      </dgm:t>
    </dgm:pt>
    <dgm:pt modelId="{17D940FB-63B6-4A0A-81C8-F1206C3F22BD}" type="sibTrans" cxnId="{220DAA31-3E4C-4360-8C9A-75C2FE4B1448}">
      <dgm:prSet/>
      <dgm:spPr/>
      <dgm:t>
        <a:bodyPr/>
        <a:lstStyle/>
        <a:p>
          <a:endParaRPr lang="en-US"/>
        </a:p>
      </dgm:t>
    </dgm:pt>
    <dgm:pt modelId="{2673FC00-3159-4F2D-905B-085C1208A9B7}">
      <dgm:prSet/>
      <dgm:spPr/>
      <dgm:t>
        <a:bodyPr/>
        <a:lstStyle/>
        <a:p>
          <a:r>
            <a:rPr lang="en-US"/>
            <a:t>50=Cinquante</a:t>
          </a:r>
        </a:p>
      </dgm:t>
    </dgm:pt>
    <dgm:pt modelId="{F191E3FB-8630-4E25-AF9E-7EC08F49E227}" type="parTrans" cxnId="{EAAF2021-75B2-41BD-9A25-82F905038FB3}">
      <dgm:prSet/>
      <dgm:spPr/>
      <dgm:t>
        <a:bodyPr/>
        <a:lstStyle/>
        <a:p>
          <a:endParaRPr lang="en-US"/>
        </a:p>
      </dgm:t>
    </dgm:pt>
    <dgm:pt modelId="{64E0A690-FD6E-4635-82C6-A1D7DB6BA843}" type="sibTrans" cxnId="{EAAF2021-75B2-41BD-9A25-82F905038FB3}">
      <dgm:prSet/>
      <dgm:spPr/>
      <dgm:t>
        <a:bodyPr/>
        <a:lstStyle/>
        <a:p>
          <a:endParaRPr lang="en-US"/>
        </a:p>
      </dgm:t>
    </dgm:pt>
    <dgm:pt modelId="{FE4CECAE-DDA7-4C97-B2A4-146B58C46819}">
      <dgm:prSet/>
      <dgm:spPr/>
      <dgm:t>
        <a:bodyPr/>
        <a:lstStyle/>
        <a:p>
          <a:r>
            <a:rPr lang="en-US"/>
            <a:t>60=Soixante</a:t>
          </a:r>
        </a:p>
      </dgm:t>
    </dgm:pt>
    <dgm:pt modelId="{C444E654-1EAB-4743-AF85-2DA758862355}" type="parTrans" cxnId="{67A23322-FD48-41AA-98BE-A1E34E78AB8B}">
      <dgm:prSet/>
      <dgm:spPr/>
      <dgm:t>
        <a:bodyPr/>
        <a:lstStyle/>
        <a:p>
          <a:endParaRPr lang="en-US"/>
        </a:p>
      </dgm:t>
    </dgm:pt>
    <dgm:pt modelId="{CC0E941A-D58E-452B-9843-33C23E8791ED}" type="sibTrans" cxnId="{67A23322-FD48-41AA-98BE-A1E34E78AB8B}">
      <dgm:prSet/>
      <dgm:spPr/>
      <dgm:t>
        <a:bodyPr/>
        <a:lstStyle/>
        <a:p>
          <a:endParaRPr lang="en-US"/>
        </a:p>
      </dgm:t>
    </dgm:pt>
    <dgm:pt modelId="{580E4BD3-FAC5-49F5-AF5C-3DE675B42EAB}">
      <dgm:prSet/>
      <dgm:spPr/>
      <dgm:t>
        <a:bodyPr/>
        <a:lstStyle/>
        <a:p>
          <a:r>
            <a:rPr lang="en-US"/>
            <a:t>70=Soixante-dix (60+10)</a:t>
          </a:r>
        </a:p>
      </dgm:t>
    </dgm:pt>
    <dgm:pt modelId="{1520F0A5-6EBE-4CB1-A03E-E0BDA488C90A}" type="parTrans" cxnId="{01B1AEB3-0A48-44A3-9030-4034ED574214}">
      <dgm:prSet/>
      <dgm:spPr/>
      <dgm:t>
        <a:bodyPr/>
        <a:lstStyle/>
        <a:p>
          <a:endParaRPr lang="en-US"/>
        </a:p>
      </dgm:t>
    </dgm:pt>
    <dgm:pt modelId="{E072289A-4E5A-4D99-B2C5-079B986ACF17}" type="sibTrans" cxnId="{01B1AEB3-0A48-44A3-9030-4034ED574214}">
      <dgm:prSet/>
      <dgm:spPr/>
      <dgm:t>
        <a:bodyPr/>
        <a:lstStyle/>
        <a:p>
          <a:endParaRPr lang="en-US"/>
        </a:p>
      </dgm:t>
    </dgm:pt>
    <dgm:pt modelId="{4AF19301-9B5E-4881-9B31-FF098F8AA7D5}" type="pres">
      <dgm:prSet presAssocID="{BA14081B-2914-414B-A1D4-AA9B22B06011}" presName="linear" presStyleCnt="0">
        <dgm:presLayoutVars>
          <dgm:dir/>
          <dgm:animLvl val="lvl"/>
          <dgm:resizeHandles val="exact"/>
        </dgm:presLayoutVars>
      </dgm:prSet>
      <dgm:spPr/>
    </dgm:pt>
    <dgm:pt modelId="{2B9925AD-EDCC-4328-B318-61E44EE87CA9}" type="pres">
      <dgm:prSet presAssocID="{34630A0C-82EA-4C36-99DE-E2F9C760F1F0}" presName="parentLin" presStyleCnt="0"/>
      <dgm:spPr/>
    </dgm:pt>
    <dgm:pt modelId="{AB2028F1-35D4-4007-98C0-5D27D9BA0C68}" type="pres">
      <dgm:prSet presAssocID="{34630A0C-82EA-4C36-99DE-E2F9C760F1F0}" presName="parentLeftMargin" presStyleLbl="node1" presStyleIdx="0" presStyleCnt="4"/>
      <dgm:spPr/>
    </dgm:pt>
    <dgm:pt modelId="{DC44AC5D-0589-4BE5-9BD3-2B7B0EF82FF5}" type="pres">
      <dgm:prSet presAssocID="{34630A0C-82EA-4C36-99DE-E2F9C760F1F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3FBC5D0-D9A9-4D1D-B3FC-E29A135BE2CA}" type="pres">
      <dgm:prSet presAssocID="{34630A0C-82EA-4C36-99DE-E2F9C760F1F0}" presName="negativeSpace" presStyleCnt="0"/>
      <dgm:spPr/>
    </dgm:pt>
    <dgm:pt modelId="{573C2FEE-2799-4DBF-95DD-1534E71DEAC1}" type="pres">
      <dgm:prSet presAssocID="{34630A0C-82EA-4C36-99DE-E2F9C760F1F0}" presName="childText" presStyleLbl="conFgAcc1" presStyleIdx="0" presStyleCnt="4">
        <dgm:presLayoutVars>
          <dgm:bulletEnabled val="1"/>
        </dgm:presLayoutVars>
      </dgm:prSet>
      <dgm:spPr/>
    </dgm:pt>
    <dgm:pt modelId="{4AF2797C-3E0A-4BE2-BC56-29E197B80A6B}" type="pres">
      <dgm:prSet presAssocID="{17D940FB-63B6-4A0A-81C8-F1206C3F22BD}" presName="spaceBetweenRectangles" presStyleCnt="0"/>
      <dgm:spPr/>
    </dgm:pt>
    <dgm:pt modelId="{DA5A6C34-6207-4A7F-A18B-0E5B74338CF8}" type="pres">
      <dgm:prSet presAssocID="{2673FC00-3159-4F2D-905B-085C1208A9B7}" presName="parentLin" presStyleCnt="0"/>
      <dgm:spPr/>
    </dgm:pt>
    <dgm:pt modelId="{3D236DB8-4703-424D-BF37-C1899FC175AE}" type="pres">
      <dgm:prSet presAssocID="{2673FC00-3159-4F2D-905B-085C1208A9B7}" presName="parentLeftMargin" presStyleLbl="node1" presStyleIdx="0" presStyleCnt="4"/>
      <dgm:spPr/>
    </dgm:pt>
    <dgm:pt modelId="{F66123B2-A3DC-437C-B376-244B07A77843}" type="pres">
      <dgm:prSet presAssocID="{2673FC00-3159-4F2D-905B-085C1208A9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6F14A10-7915-48C0-985C-788783358FD9}" type="pres">
      <dgm:prSet presAssocID="{2673FC00-3159-4F2D-905B-085C1208A9B7}" presName="negativeSpace" presStyleCnt="0"/>
      <dgm:spPr/>
    </dgm:pt>
    <dgm:pt modelId="{0BA87386-3000-4A4A-9AB8-85F325E5F1E9}" type="pres">
      <dgm:prSet presAssocID="{2673FC00-3159-4F2D-905B-085C1208A9B7}" presName="childText" presStyleLbl="conFgAcc1" presStyleIdx="1" presStyleCnt="4">
        <dgm:presLayoutVars>
          <dgm:bulletEnabled val="1"/>
        </dgm:presLayoutVars>
      </dgm:prSet>
      <dgm:spPr/>
    </dgm:pt>
    <dgm:pt modelId="{8761934A-97DC-4A1D-AD8C-084354D31831}" type="pres">
      <dgm:prSet presAssocID="{64E0A690-FD6E-4635-82C6-A1D7DB6BA843}" presName="spaceBetweenRectangles" presStyleCnt="0"/>
      <dgm:spPr/>
    </dgm:pt>
    <dgm:pt modelId="{5AFB3EB2-CE19-4D95-87E4-FE3BB2A73EA5}" type="pres">
      <dgm:prSet presAssocID="{FE4CECAE-DDA7-4C97-B2A4-146B58C46819}" presName="parentLin" presStyleCnt="0"/>
      <dgm:spPr/>
    </dgm:pt>
    <dgm:pt modelId="{1E8778A5-74DA-4531-9738-781F711F0AD6}" type="pres">
      <dgm:prSet presAssocID="{FE4CECAE-DDA7-4C97-B2A4-146B58C46819}" presName="parentLeftMargin" presStyleLbl="node1" presStyleIdx="1" presStyleCnt="4"/>
      <dgm:spPr/>
    </dgm:pt>
    <dgm:pt modelId="{C710DB47-C1B6-4CE7-9A91-BE0A70537F7F}" type="pres">
      <dgm:prSet presAssocID="{FE4CECAE-DDA7-4C97-B2A4-146B58C4681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790CA9-459C-40E2-82CB-50400498AE1A}" type="pres">
      <dgm:prSet presAssocID="{FE4CECAE-DDA7-4C97-B2A4-146B58C46819}" presName="negativeSpace" presStyleCnt="0"/>
      <dgm:spPr/>
    </dgm:pt>
    <dgm:pt modelId="{9C64ADCC-A065-4675-8C57-9DC9A2894B36}" type="pres">
      <dgm:prSet presAssocID="{FE4CECAE-DDA7-4C97-B2A4-146B58C46819}" presName="childText" presStyleLbl="conFgAcc1" presStyleIdx="2" presStyleCnt="4">
        <dgm:presLayoutVars>
          <dgm:bulletEnabled val="1"/>
        </dgm:presLayoutVars>
      </dgm:prSet>
      <dgm:spPr/>
    </dgm:pt>
    <dgm:pt modelId="{27513DB7-3362-47E6-B261-E961B9261869}" type="pres">
      <dgm:prSet presAssocID="{CC0E941A-D58E-452B-9843-33C23E8791ED}" presName="spaceBetweenRectangles" presStyleCnt="0"/>
      <dgm:spPr/>
    </dgm:pt>
    <dgm:pt modelId="{88C0DE1E-E715-4E69-83A7-5A9ECD7E5010}" type="pres">
      <dgm:prSet presAssocID="{580E4BD3-FAC5-49F5-AF5C-3DE675B42EAB}" presName="parentLin" presStyleCnt="0"/>
      <dgm:spPr/>
    </dgm:pt>
    <dgm:pt modelId="{838BCF14-F9A6-4CFD-A30B-A8B8AD04A970}" type="pres">
      <dgm:prSet presAssocID="{580E4BD3-FAC5-49F5-AF5C-3DE675B42EAB}" presName="parentLeftMargin" presStyleLbl="node1" presStyleIdx="2" presStyleCnt="4"/>
      <dgm:spPr/>
    </dgm:pt>
    <dgm:pt modelId="{AA9C3187-A2AC-46F1-9C82-4EF10BADE960}" type="pres">
      <dgm:prSet presAssocID="{580E4BD3-FAC5-49F5-AF5C-3DE675B42EA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294BBB6-A7AD-4C84-AC51-D9E3FD3707FE}" type="pres">
      <dgm:prSet presAssocID="{580E4BD3-FAC5-49F5-AF5C-3DE675B42EAB}" presName="negativeSpace" presStyleCnt="0"/>
      <dgm:spPr/>
    </dgm:pt>
    <dgm:pt modelId="{EB3A4703-4E4D-48CD-A4FF-7421387CCB47}" type="pres">
      <dgm:prSet presAssocID="{580E4BD3-FAC5-49F5-AF5C-3DE675B42EA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8642903-6FD9-45B9-BE53-398901701389}" type="presOf" srcId="{34630A0C-82EA-4C36-99DE-E2F9C760F1F0}" destId="{DC44AC5D-0589-4BE5-9BD3-2B7B0EF82FF5}" srcOrd="1" destOrd="0" presId="urn:microsoft.com/office/officeart/2005/8/layout/list1"/>
    <dgm:cxn modelId="{EAAF2021-75B2-41BD-9A25-82F905038FB3}" srcId="{BA14081B-2914-414B-A1D4-AA9B22B06011}" destId="{2673FC00-3159-4F2D-905B-085C1208A9B7}" srcOrd="1" destOrd="0" parTransId="{F191E3FB-8630-4E25-AF9E-7EC08F49E227}" sibTransId="{64E0A690-FD6E-4635-82C6-A1D7DB6BA843}"/>
    <dgm:cxn modelId="{67A23322-FD48-41AA-98BE-A1E34E78AB8B}" srcId="{BA14081B-2914-414B-A1D4-AA9B22B06011}" destId="{FE4CECAE-DDA7-4C97-B2A4-146B58C46819}" srcOrd="2" destOrd="0" parTransId="{C444E654-1EAB-4743-AF85-2DA758862355}" sibTransId="{CC0E941A-D58E-452B-9843-33C23E8791ED}"/>
    <dgm:cxn modelId="{220DAA31-3E4C-4360-8C9A-75C2FE4B1448}" srcId="{BA14081B-2914-414B-A1D4-AA9B22B06011}" destId="{34630A0C-82EA-4C36-99DE-E2F9C760F1F0}" srcOrd="0" destOrd="0" parTransId="{26A4BE24-3A00-4CFE-9E12-841613021613}" sibTransId="{17D940FB-63B6-4A0A-81C8-F1206C3F22BD}"/>
    <dgm:cxn modelId="{A3B6EA34-52F2-4D10-9906-093FC4FFCC25}" type="presOf" srcId="{580E4BD3-FAC5-49F5-AF5C-3DE675B42EAB}" destId="{AA9C3187-A2AC-46F1-9C82-4EF10BADE960}" srcOrd="1" destOrd="0" presId="urn:microsoft.com/office/officeart/2005/8/layout/list1"/>
    <dgm:cxn modelId="{87243736-5020-47AA-B822-F24B392B1AE2}" type="presOf" srcId="{BA14081B-2914-414B-A1D4-AA9B22B06011}" destId="{4AF19301-9B5E-4881-9B31-FF098F8AA7D5}" srcOrd="0" destOrd="0" presId="urn:microsoft.com/office/officeart/2005/8/layout/list1"/>
    <dgm:cxn modelId="{D22A294C-2245-4F57-B5FE-E0568C1C07F8}" type="presOf" srcId="{34630A0C-82EA-4C36-99DE-E2F9C760F1F0}" destId="{AB2028F1-35D4-4007-98C0-5D27D9BA0C68}" srcOrd="0" destOrd="0" presId="urn:microsoft.com/office/officeart/2005/8/layout/list1"/>
    <dgm:cxn modelId="{74FD8757-979F-4C0F-AD89-AC0684CC05FF}" type="presOf" srcId="{FE4CECAE-DDA7-4C97-B2A4-146B58C46819}" destId="{C710DB47-C1B6-4CE7-9A91-BE0A70537F7F}" srcOrd="1" destOrd="0" presId="urn:microsoft.com/office/officeart/2005/8/layout/list1"/>
    <dgm:cxn modelId="{E54EB183-9CBA-4A8D-B99D-0ED6361A5E52}" type="presOf" srcId="{2673FC00-3159-4F2D-905B-085C1208A9B7}" destId="{3D236DB8-4703-424D-BF37-C1899FC175AE}" srcOrd="0" destOrd="0" presId="urn:microsoft.com/office/officeart/2005/8/layout/list1"/>
    <dgm:cxn modelId="{AA8246AA-A8B3-4DF6-8FE8-6AD770459C9B}" type="presOf" srcId="{FE4CECAE-DDA7-4C97-B2A4-146B58C46819}" destId="{1E8778A5-74DA-4531-9738-781F711F0AD6}" srcOrd="0" destOrd="0" presId="urn:microsoft.com/office/officeart/2005/8/layout/list1"/>
    <dgm:cxn modelId="{01B1AEB3-0A48-44A3-9030-4034ED574214}" srcId="{BA14081B-2914-414B-A1D4-AA9B22B06011}" destId="{580E4BD3-FAC5-49F5-AF5C-3DE675B42EAB}" srcOrd="3" destOrd="0" parTransId="{1520F0A5-6EBE-4CB1-A03E-E0BDA488C90A}" sibTransId="{E072289A-4E5A-4D99-B2C5-079B986ACF17}"/>
    <dgm:cxn modelId="{45F425BB-4AAE-44D6-8418-54F86B319C51}" type="presOf" srcId="{2673FC00-3159-4F2D-905B-085C1208A9B7}" destId="{F66123B2-A3DC-437C-B376-244B07A77843}" srcOrd="1" destOrd="0" presId="urn:microsoft.com/office/officeart/2005/8/layout/list1"/>
    <dgm:cxn modelId="{BC0E19C8-C9DE-45E9-937E-975683915CB8}" type="presOf" srcId="{580E4BD3-FAC5-49F5-AF5C-3DE675B42EAB}" destId="{838BCF14-F9A6-4CFD-A30B-A8B8AD04A970}" srcOrd="0" destOrd="0" presId="urn:microsoft.com/office/officeart/2005/8/layout/list1"/>
    <dgm:cxn modelId="{1EF36C3E-EDFD-49C4-B7BA-A70F5E5E8019}" type="presParOf" srcId="{4AF19301-9B5E-4881-9B31-FF098F8AA7D5}" destId="{2B9925AD-EDCC-4328-B318-61E44EE87CA9}" srcOrd="0" destOrd="0" presId="urn:microsoft.com/office/officeart/2005/8/layout/list1"/>
    <dgm:cxn modelId="{C6F4FEAE-3D7E-4154-A71C-CA2132D5FE70}" type="presParOf" srcId="{2B9925AD-EDCC-4328-B318-61E44EE87CA9}" destId="{AB2028F1-35D4-4007-98C0-5D27D9BA0C68}" srcOrd="0" destOrd="0" presId="urn:microsoft.com/office/officeart/2005/8/layout/list1"/>
    <dgm:cxn modelId="{7FCAC1EE-F331-407B-ADF0-AA68DA1F7DD5}" type="presParOf" srcId="{2B9925AD-EDCC-4328-B318-61E44EE87CA9}" destId="{DC44AC5D-0589-4BE5-9BD3-2B7B0EF82FF5}" srcOrd="1" destOrd="0" presId="urn:microsoft.com/office/officeart/2005/8/layout/list1"/>
    <dgm:cxn modelId="{57480EBF-A15E-425A-861B-574FC5E17668}" type="presParOf" srcId="{4AF19301-9B5E-4881-9B31-FF098F8AA7D5}" destId="{83FBC5D0-D9A9-4D1D-B3FC-E29A135BE2CA}" srcOrd="1" destOrd="0" presId="urn:microsoft.com/office/officeart/2005/8/layout/list1"/>
    <dgm:cxn modelId="{529DE87F-03E7-4629-89BA-21617E62CDA4}" type="presParOf" srcId="{4AF19301-9B5E-4881-9B31-FF098F8AA7D5}" destId="{573C2FEE-2799-4DBF-95DD-1534E71DEAC1}" srcOrd="2" destOrd="0" presId="urn:microsoft.com/office/officeart/2005/8/layout/list1"/>
    <dgm:cxn modelId="{A869CCBB-3382-4703-A859-29BFF91F3D2E}" type="presParOf" srcId="{4AF19301-9B5E-4881-9B31-FF098F8AA7D5}" destId="{4AF2797C-3E0A-4BE2-BC56-29E197B80A6B}" srcOrd="3" destOrd="0" presId="urn:microsoft.com/office/officeart/2005/8/layout/list1"/>
    <dgm:cxn modelId="{6625D064-F177-46EF-AC6D-FBA2D1978AE8}" type="presParOf" srcId="{4AF19301-9B5E-4881-9B31-FF098F8AA7D5}" destId="{DA5A6C34-6207-4A7F-A18B-0E5B74338CF8}" srcOrd="4" destOrd="0" presId="urn:microsoft.com/office/officeart/2005/8/layout/list1"/>
    <dgm:cxn modelId="{BC265C04-FA73-4016-B72F-2FC30ED6F9D6}" type="presParOf" srcId="{DA5A6C34-6207-4A7F-A18B-0E5B74338CF8}" destId="{3D236DB8-4703-424D-BF37-C1899FC175AE}" srcOrd="0" destOrd="0" presId="urn:microsoft.com/office/officeart/2005/8/layout/list1"/>
    <dgm:cxn modelId="{DC7D9EA4-B0C5-4595-9295-FDB889F742E7}" type="presParOf" srcId="{DA5A6C34-6207-4A7F-A18B-0E5B74338CF8}" destId="{F66123B2-A3DC-437C-B376-244B07A77843}" srcOrd="1" destOrd="0" presId="urn:microsoft.com/office/officeart/2005/8/layout/list1"/>
    <dgm:cxn modelId="{6F02E5D8-3155-4887-8A26-CD6E5370D611}" type="presParOf" srcId="{4AF19301-9B5E-4881-9B31-FF098F8AA7D5}" destId="{D6F14A10-7915-48C0-985C-788783358FD9}" srcOrd="5" destOrd="0" presId="urn:microsoft.com/office/officeart/2005/8/layout/list1"/>
    <dgm:cxn modelId="{B96B1EDB-76C8-48BC-885B-1B9BDE7D7F73}" type="presParOf" srcId="{4AF19301-9B5E-4881-9B31-FF098F8AA7D5}" destId="{0BA87386-3000-4A4A-9AB8-85F325E5F1E9}" srcOrd="6" destOrd="0" presId="urn:microsoft.com/office/officeart/2005/8/layout/list1"/>
    <dgm:cxn modelId="{98BBD852-E86F-4506-8363-B64EFF7FC583}" type="presParOf" srcId="{4AF19301-9B5E-4881-9B31-FF098F8AA7D5}" destId="{8761934A-97DC-4A1D-AD8C-084354D31831}" srcOrd="7" destOrd="0" presId="urn:microsoft.com/office/officeart/2005/8/layout/list1"/>
    <dgm:cxn modelId="{926D1AA6-053D-4ED1-9D48-BBF55F04F31D}" type="presParOf" srcId="{4AF19301-9B5E-4881-9B31-FF098F8AA7D5}" destId="{5AFB3EB2-CE19-4D95-87E4-FE3BB2A73EA5}" srcOrd="8" destOrd="0" presId="urn:microsoft.com/office/officeart/2005/8/layout/list1"/>
    <dgm:cxn modelId="{4E31A9B5-B58B-416D-A197-56B7B3BA3E4E}" type="presParOf" srcId="{5AFB3EB2-CE19-4D95-87E4-FE3BB2A73EA5}" destId="{1E8778A5-74DA-4531-9738-781F711F0AD6}" srcOrd="0" destOrd="0" presId="urn:microsoft.com/office/officeart/2005/8/layout/list1"/>
    <dgm:cxn modelId="{24E5145D-4D9A-4B47-B5F1-B325F2DEFFD3}" type="presParOf" srcId="{5AFB3EB2-CE19-4D95-87E4-FE3BB2A73EA5}" destId="{C710DB47-C1B6-4CE7-9A91-BE0A70537F7F}" srcOrd="1" destOrd="0" presId="urn:microsoft.com/office/officeart/2005/8/layout/list1"/>
    <dgm:cxn modelId="{F1B32E20-51C0-4AB8-8279-E26C61FD3E4F}" type="presParOf" srcId="{4AF19301-9B5E-4881-9B31-FF098F8AA7D5}" destId="{DE790CA9-459C-40E2-82CB-50400498AE1A}" srcOrd="9" destOrd="0" presId="urn:microsoft.com/office/officeart/2005/8/layout/list1"/>
    <dgm:cxn modelId="{0B3CD7FC-AF0B-461B-B5A5-BC54E1474E81}" type="presParOf" srcId="{4AF19301-9B5E-4881-9B31-FF098F8AA7D5}" destId="{9C64ADCC-A065-4675-8C57-9DC9A2894B36}" srcOrd="10" destOrd="0" presId="urn:microsoft.com/office/officeart/2005/8/layout/list1"/>
    <dgm:cxn modelId="{E68CBD9E-7DA5-446C-A819-A71137DF17BE}" type="presParOf" srcId="{4AF19301-9B5E-4881-9B31-FF098F8AA7D5}" destId="{27513DB7-3362-47E6-B261-E961B9261869}" srcOrd="11" destOrd="0" presId="urn:microsoft.com/office/officeart/2005/8/layout/list1"/>
    <dgm:cxn modelId="{C958EF11-B971-4E4A-A702-F80B0F6CB307}" type="presParOf" srcId="{4AF19301-9B5E-4881-9B31-FF098F8AA7D5}" destId="{88C0DE1E-E715-4E69-83A7-5A9ECD7E5010}" srcOrd="12" destOrd="0" presId="urn:microsoft.com/office/officeart/2005/8/layout/list1"/>
    <dgm:cxn modelId="{C990519C-852F-4BFE-979E-6EE98825477A}" type="presParOf" srcId="{88C0DE1E-E715-4E69-83A7-5A9ECD7E5010}" destId="{838BCF14-F9A6-4CFD-A30B-A8B8AD04A970}" srcOrd="0" destOrd="0" presId="urn:microsoft.com/office/officeart/2005/8/layout/list1"/>
    <dgm:cxn modelId="{2DBDF39D-F204-4F4C-8116-1488D51B6593}" type="presParOf" srcId="{88C0DE1E-E715-4E69-83A7-5A9ECD7E5010}" destId="{AA9C3187-A2AC-46F1-9C82-4EF10BADE960}" srcOrd="1" destOrd="0" presId="urn:microsoft.com/office/officeart/2005/8/layout/list1"/>
    <dgm:cxn modelId="{CCD188E5-4AD0-41E3-B285-3E47DC80F298}" type="presParOf" srcId="{4AF19301-9B5E-4881-9B31-FF098F8AA7D5}" destId="{8294BBB6-A7AD-4C84-AC51-D9E3FD3707FE}" srcOrd="13" destOrd="0" presId="urn:microsoft.com/office/officeart/2005/8/layout/list1"/>
    <dgm:cxn modelId="{806EFBCE-7A70-480B-BE5E-EFE711456458}" type="presParOf" srcId="{4AF19301-9B5E-4881-9B31-FF098F8AA7D5}" destId="{EB3A4703-4E4D-48CD-A4FF-7421387CCB4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C2FEE-2799-4DBF-95DD-1534E71DEAC1}">
      <dsp:nvSpPr>
        <dsp:cNvPr id="0" name=""/>
        <dsp:cNvSpPr/>
      </dsp:nvSpPr>
      <dsp:spPr>
        <a:xfrm>
          <a:off x="0" y="5291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44AC5D-0589-4BE5-9BD3-2B7B0EF82FF5}">
      <dsp:nvSpPr>
        <dsp:cNvPr id="0" name=""/>
        <dsp:cNvSpPr/>
      </dsp:nvSpPr>
      <dsp:spPr>
        <a:xfrm>
          <a:off x="333341" y="863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40=Quarante</a:t>
          </a:r>
        </a:p>
      </dsp:txBody>
      <dsp:txXfrm>
        <a:off x="376572" y="129590"/>
        <a:ext cx="4580321" cy="799138"/>
      </dsp:txXfrm>
    </dsp:sp>
    <dsp:sp modelId="{0BA87386-3000-4A4A-9AB8-85F325E5F1E9}">
      <dsp:nvSpPr>
        <dsp:cNvPr id="0" name=""/>
        <dsp:cNvSpPr/>
      </dsp:nvSpPr>
      <dsp:spPr>
        <a:xfrm>
          <a:off x="0" y="18899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6123B2-A3DC-437C-B376-244B07A77843}">
      <dsp:nvSpPr>
        <dsp:cNvPr id="0" name=""/>
        <dsp:cNvSpPr/>
      </dsp:nvSpPr>
      <dsp:spPr>
        <a:xfrm>
          <a:off x="333341" y="14471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50=Cinquante</a:t>
          </a:r>
        </a:p>
      </dsp:txBody>
      <dsp:txXfrm>
        <a:off x="376572" y="1490390"/>
        <a:ext cx="4580321" cy="799138"/>
      </dsp:txXfrm>
    </dsp:sp>
    <dsp:sp modelId="{9C64ADCC-A065-4675-8C57-9DC9A2894B36}">
      <dsp:nvSpPr>
        <dsp:cNvPr id="0" name=""/>
        <dsp:cNvSpPr/>
      </dsp:nvSpPr>
      <dsp:spPr>
        <a:xfrm>
          <a:off x="0" y="32507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0DB47-C1B6-4CE7-9A91-BE0A70537F7F}">
      <dsp:nvSpPr>
        <dsp:cNvPr id="0" name=""/>
        <dsp:cNvSpPr/>
      </dsp:nvSpPr>
      <dsp:spPr>
        <a:xfrm>
          <a:off x="333341" y="28079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60=Soixante</a:t>
          </a:r>
        </a:p>
      </dsp:txBody>
      <dsp:txXfrm>
        <a:off x="376572" y="2851190"/>
        <a:ext cx="4580321" cy="799138"/>
      </dsp:txXfrm>
    </dsp:sp>
    <dsp:sp modelId="{EB3A4703-4E4D-48CD-A4FF-7421387CCB47}">
      <dsp:nvSpPr>
        <dsp:cNvPr id="0" name=""/>
        <dsp:cNvSpPr/>
      </dsp:nvSpPr>
      <dsp:spPr>
        <a:xfrm>
          <a:off x="0" y="4611560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9C3187-A2AC-46F1-9C82-4EF10BADE960}">
      <dsp:nvSpPr>
        <dsp:cNvPr id="0" name=""/>
        <dsp:cNvSpPr/>
      </dsp:nvSpPr>
      <dsp:spPr>
        <a:xfrm>
          <a:off x="333341" y="4168760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70=Soixante-dix (60+10)</a:t>
          </a:r>
        </a:p>
      </dsp:txBody>
      <dsp:txXfrm>
        <a:off x="376572" y="4211991"/>
        <a:ext cx="4580321" cy="79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F1ED-E415-8A9D-727B-89208397A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0401F-B4F7-F262-8EEC-28DF88BE1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56B02-3269-6906-B2DA-36D0DD46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C35DD-6785-2299-EC3C-FC9BBF93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1FAC7-0B9E-1721-ACF3-2DAAC0C6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62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E509-BC4B-DACF-86BB-21860E7F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3C690-7268-67F5-A7FC-D3C63FEB0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E269E-FBE2-87FE-481F-5902F287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9BFA3-5310-A341-8424-2951D5A27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DE344-1536-A1DE-DAB5-3CC5D3B4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74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DAF0-00E8-ED09-070D-A46EDB75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70631-2877-4A9A-1C23-194955E38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2B837-76A0-74F8-955C-00E66BE8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373A9-CD3E-DAAE-8B9B-68E5E2E2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CA278-30CE-A74A-1C8C-1714E285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6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AEE8-2FFD-05E9-3418-C948A4AB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27BD4-C7F0-7EB9-CB64-69F221A94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CD66A-86DC-4FC1-8F0C-298D2F54B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9F222-A916-6A46-1744-FBD6F21CB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A6960-9CC9-8727-5D77-9797D262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05B4E-CD91-553E-678B-C3F018C9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1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11EB-0C03-AE51-EB2D-C055F4FC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1CC40-25E8-864D-EB77-C4D519937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C85CE-2836-F333-C2B7-8432B0C14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784A6-62F2-45F6-703D-9F59917B5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91CE8-AAE3-AC6D-F21E-453A925AE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F70EF-4AE1-D546-F94E-E9A29EDC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92A12-E405-28EE-AEDA-DDB1ABBF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B785A4-DAC2-817B-4679-7731D840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5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8CBB-0E1E-5440-188F-BBA6BC4D5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F1703-F374-FB2F-197E-D71AEF25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D9B2A-8429-BAA5-A832-20507F27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72E900-18D4-F895-2E8F-2FEBAA16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72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8D287-A5B0-D93F-68E3-4FB8CD151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30274-58E7-06C6-EC99-C4C172DA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D83A7-4B57-9D77-B551-BD003996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61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8B07-98F8-CD9F-D6C8-3FC81D50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26C54-4957-7824-D728-18B99AA77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35CA3-2AEC-246D-F8D2-0FDC87CF5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0A5BD-E013-3328-F95A-94163BAC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E02AD-D511-1CAE-9A02-7F132DF0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307B9-8EE9-E621-844A-748C365B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43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5D9D-6FCD-8400-661A-7790EAF93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59737F-77D8-8950-8064-5ABBA7B5F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50B8D-2A70-7B97-2FDD-FD78DEBF2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0D2E2-5ECF-8334-24ED-3A3F935E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7AE3E-C2D4-934E-D497-DCA59C4F9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0C184-946A-513C-7698-FBF0EB10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684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E680-5E8A-4A32-00CF-6A1D977C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83331-9F51-9A63-A0F9-70B115EA6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F8F2C-D3D2-9E0B-E021-46CDEA956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0E36F-937A-CF9F-A243-4D1B7EA1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22A74-CC7C-4177-6FAF-8FEB633A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22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A67730-4B98-690E-9478-8C6D96F6D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4A821-525D-2FC0-24EA-5CCFC8F90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075C8-FA99-42C7-F906-C343C9D0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18BC6-7E63-0642-70CD-2567F898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703DC-85F7-84B2-33B5-572132BFC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1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CA0422-9E18-FA22-57DF-D12BE086E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B9FED-FFA2-3907-8B43-3DB64E924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1A662-D148-13C5-860D-A9A7753C0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409EC-6E98-4B4B-AC69-023989B81E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15D67-846B-6E1D-D10C-DC15273BA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1B020-111F-854D-3402-10F1B1526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D2FA5-B296-484E-81E1-84E6A2002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21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age 6 | Numbers 1 10 Images - Free Download on Freepik">
            <a:extLst>
              <a:ext uri="{FF2B5EF4-FFF2-40B4-BE49-F238E27FC236}">
                <a16:creationId xmlns:a16="http://schemas.microsoft.com/office/drawing/2014/main" id="{528A5003-9A62-E245-7444-D6B52407E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1" b="3362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BB24C7F-9998-84A6-D584-8D7BAA74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Les nombres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451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32385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385" y="0"/>
            <a:ext cx="3218914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59DC95-2333-598E-4FC6-6162D746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206" y="1608667"/>
            <a:ext cx="2823275" cy="4501127"/>
          </a:xfrm>
        </p:spPr>
        <p:txBody>
          <a:bodyPr anchor="t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0=Zéro</a:t>
            </a:r>
            <a:br>
              <a:rPr lang="en-US" sz="3200">
                <a:solidFill>
                  <a:srgbClr val="FFFFFF"/>
                </a:solidFill>
              </a:rPr>
            </a:br>
            <a:endParaRPr lang="en-IN" sz="320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570B3F-D9FC-B2C8-E81F-FBF49F720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7698" y="1608667"/>
            <a:ext cx="3421958" cy="450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1=Un</a:t>
            </a:r>
          </a:p>
          <a:p>
            <a:pPr marL="0" indent="0">
              <a:buNone/>
            </a:pPr>
            <a:r>
              <a:rPr lang="en-US" sz="2000"/>
              <a:t>2=Deux</a:t>
            </a:r>
          </a:p>
          <a:p>
            <a:pPr marL="0" indent="0">
              <a:buNone/>
            </a:pPr>
            <a:r>
              <a:rPr lang="en-US" sz="2000"/>
              <a:t>3=Trois</a:t>
            </a:r>
          </a:p>
          <a:p>
            <a:pPr marL="0" indent="0">
              <a:buNone/>
            </a:pPr>
            <a:r>
              <a:rPr lang="en-US" sz="2000"/>
              <a:t>4=Quatre</a:t>
            </a:r>
          </a:p>
          <a:p>
            <a:pPr marL="0" indent="0">
              <a:buNone/>
            </a:pPr>
            <a:r>
              <a:rPr lang="en-US" sz="2000"/>
              <a:t>5=Cinq</a:t>
            </a:r>
          </a:p>
          <a:p>
            <a:endParaRPr lang="en-IN" sz="20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0EB31C-037D-2494-BF89-B191095DB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89696" y="1608667"/>
            <a:ext cx="3421957" cy="450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6=Six</a:t>
            </a:r>
          </a:p>
          <a:p>
            <a:pPr marL="0" indent="0">
              <a:buNone/>
            </a:pPr>
            <a:r>
              <a:rPr lang="en-US" sz="2000"/>
              <a:t>7=Sept</a:t>
            </a:r>
          </a:p>
          <a:p>
            <a:pPr marL="0" indent="0">
              <a:buNone/>
            </a:pPr>
            <a:r>
              <a:rPr lang="en-US" sz="2000"/>
              <a:t>8=Huit</a:t>
            </a:r>
          </a:p>
          <a:p>
            <a:pPr marL="0" indent="0">
              <a:buNone/>
            </a:pPr>
            <a:r>
              <a:rPr lang="en-US" sz="2000"/>
              <a:t>9=Neuf</a:t>
            </a:r>
          </a:p>
          <a:p>
            <a:pPr marL="0" indent="0">
              <a:buNone/>
            </a:pPr>
            <a:r>
              <a:rPr lang="en-US" sz="2000"/>
              <a:t>10=Dix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706637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32385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385" y="0"/>
            <a:ext cx="3218914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2976-89ED-5901-113A-0A48160E7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7698" y="1608667"/>
            <a:ext cx="3421958" cy="450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11=Onze</a:t>
            </a:r>
          </a:p>
          <a:p>
            <a:pPr marL="0" indent="0">
              <a:buNone/>
            </a:pPr>
            <a:r>
              <a:rPr lang="en-US" sz="2000"/>
              <a:t>12=Douze</a:t>
            </a:r>
          </a:p>
          <a:p>
            <a:pPr marL="0" indent="0">
              <a:buNone/>
            </a:pPr>
            <a:r>
              <a:rPr lang="en-US" sz="2000"/>
              <a:t>13=Treize</a:t>
            </a:r>
          </a:p>
          <a:p>
            <a:pPr marL="0" indent="0">
              <a:buNone/>
            </a:pPr>
            <a:r>
              <a:rPr lang="en-US" sz="2000"/>
              <a:t>14=Quatorze</a:t>
            </a:r>
          </a:p>
          <a:p>
            <a:pPr marL="0" indent="0">
              <a:buNone/>
            </a:pPr>
            <a:r>
              <a:rPr lang="en-US" sz="2000"/>
              <a:t>15=Quinze</a:t>
            </a:r>
          </a:p>
          <a:p>
            <a:endParaRPr lang="en-IN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FDEA6-5CC1-413E-7B2D-8A96045D2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89696" y="1608667"/>
            <a:ext cx="3421957" cy="450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16=Seize</a:t>
            </a:r>
          </a:p>
          <a:p>
            <a:pPr marL="0" indent="0">
              <a:buNone/>
            </a:pPr>
            <a:r>
              <a:rPr lang="en-US" sz="2000"/>
              <a:t>17=Dix-sept</a:t>
            </a:r>
          </a:p>
          <a:p>
            <a:pPr marL="0" indent="0">
              <a:buNone/>
            </a:pPr>
            <a:r>
              <a:rPr lang="en-US" sz="2000"/>
              <a:t>18=Dix-huit</a:t>
            </a:r>
          </a:p>
          <a:p>
            <a:pPr marL="0" indent="0">
              <a:buNone/>
            </a:pPr>
            <a:r>
              <a:rPr lang="en-US" sz="2000"/>
              <a:t>19=Dix-neuf</a:t>
            </a:r>
          </a:p>
          <a:p>
            <a:pPr marL="0" indent="0">
              <a:buNone/>
            </a:pPr>
            <a:r>
              <a:rPr lang="en-US" sz="2000"/>
              <a:t>20=Vingt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163957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32385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385" y="0"/>
            <a:ext cx="3218914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BB527-2138-ED3F-70F0-337ACCDDF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7698" y="1608667"/>
            <a:ext cx="3421958" cy="450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21=Vingt et un</a:t>
            </a:r>
          </a:p>
          <a:p>
            <a:pPr marL="0" indent="0">
              <a:buNone/>
            </a:pPr>
            <a:r>
              <a:rPr lang="en-US" sz="2000"/>
              <a:t>22=Vingt-deux</a:t>
            </a:r>
          </a:p>
          <a:p>
            <a:pPr marL="0" indent="0">
              <a:buNone/>
            </a:pPr>
            <a:r>
              <a:rPr lang="en-US" sz="2000"/>
              <a:t>23=Vingt-trois</a:t>
            </a:r>
          </a:p>
          <a:p>
            <a:pPr marL="0" indent="0">
              <a:buNone/>
            </a:pPr>
            <a:r>
              <a:rPr lang="en-US" sz="2000"/>
              <a:t>24=Vingt-quatre</a:t>
            </a:r>
          </a:p>
          <a:p>
            <a:pPr marL="0" indent="0">
              <a:buNone/>
            </a:pPr>
            <a:r>
              <a:rPr lang="en-US" sz="2000"/>
              <a:t>25=Vingt-cinq</a:t>
            </a:r>
          </a:p>
          <a:p>
            <a:endParaRPr lang="en-IN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8124A-8BC4-DC04-2766-24D274B8D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89696" y="1608667"/>
            <a:ext cx="3421957" cy="450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26=Vingt-six</a:t>
            </a:r>
          </a:p>
          <a:p>
            <a:pPr marL="0" indent="0">
              <a:buNone/>
            </a:pPr>
            <a:r>
              <a:rPr lang="en-US" sz="2000"/>
              <a:t>27=Vingt-sept</a:t>
            </a:r>
          </a:p>
          <a:p>
            <a:pPr marL="0" indent="0">
              <a:buNone/>
            </a:pPr>
            <a:r>
              <a:rPr lang="en-US" sz="2000"/>
              <a:t>28=Vingt-huit</a:t>
            </a:r>
          </a:p>
          <a:p>
            <a:pPr marL="0" indent="0">
              <a:buNone/>
            </a:pPr>
            <a:r>
              <a:rPr lang="en-US" sz="2000"/>
              <a:t>29=Vingt-neuf</a:t>
            </a:r>
          </a:p>
          <a:p>
            <a:pPr marL="0" indent="0">
              <a:buNone/>
            </a:pPr>
            <a:r>
              <a:rPr lang="en-US" sz="2000"/>
              <a:t>30=Trente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4280346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C6A14D36-1A45-2515-5DE5-D614CB59BF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53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F982EB-8217-1FE0-8B6F-7942C1F74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srgbClr val="FFFFFF"/>
                </a:solidFill>
              </a:rPr>
              <a:t>71 = </a:t>
            </a:r>
            <a:r>
              <a:rPr lang="en-US" sz="2400">
                <a:solidFill>
                  <a:srgbClr val="FFFFFF"/>
                </a:solidFill>
              </a:rPr>
              <a:t>soixante</a:t>
            </a:r>
            <a:r>
              <a:rPr lang="en-US" sz="2400" dirty="0">
                <a:solidFill>
                  <a:srgbClr val="FFFFFF"/>
                </a:solidFill>
              </a:rPr>
              <a:t> et </a:t>
            </a:r>
            <a:r>
              <a:rPr lang="en-US" sz="2400">
                <a:solidFill>
                  <a:srgbClr val="FFFFFF"/>
                </a:solidFill>
              </a:rPr>
              <a:t>onze</a:t>
            </a:r>
            <a:r>
              <a:rPr lang="en-US" sz="2400" dirty="0">
                <a:solidFill>
                  <a:srgbClr val="FFFFFF"/>
                </a:solidFill>
              </a:rPr>
              <a:t> (60+11) 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</a:rPr>
              <a:t>72 = </a:t>
            </a:r>
            <a:r>
              <a:rPr lang="en-US" sz="2400">
                <a:solidFill>
                  <a:srgbClr val="FFFFFF"/>
                </a:solidFill>
              </a:rPr>
              <a:t>soixante-douze</a:t>
            </a:r>
            <a:r>
              <a:rPr lang="en-US" sz="2400" dirty="0">
                <a:solidFill>
                  <a:srgbClr val="FFFFFF"/>
                </a:solidFill>
              </a:rPr>
              <a:t> (60+12)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</a:rPr>
              <a:t>73 = </a:t>
            </a:r>
            <a:r>
              <a:rPr lang="en-US" sz="2400">
                <a:solidFill>
                  <a:srgbClr val="FFFFFF"/>
                </a:solidFill>
              </a:rPr>
              <a:t>soixante-treize</a:t>
            </a:r>
            <a:r>
              <a:rPr lang="en-US" sz="2400" dirty="0">
                <a:solidFill>
                  <a:srgbClr val="FFFFFF"/>
                </a:solidFill>
              </a:rPr>
              <a:t> (60+13)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</a:rPr>
              <a:t>74 = </a:t>
            </a:r>
            <a:r>
              <a:rPr lang="en-US" sz="2400">
                <a:solidFill>
                  <a:srgbClr val="FFFFFF"/>
                </a:solidFill>
              </a:rPr>
              <a:t>soixante</a:t>
            </a:r>
            <a:r>
              <a:rPr lang="en-US" sz="2400" dirty="0">
                <a:solidFill>
                  <a:srgbClr val="FFFFFF"/>
                </a:solidFill>
              </a:rPr>
              <a:t>-quatorze (60+14)</a:t>
            </a:r>
          </a:p>
          <a:p>
            <a:pPr lvl="0"/>
            <a:r>
              <a:rPr lang="en-US" sz="2400" dirty="0">
                <a:solidFill>
                  <a:srgbClr val="FFFFFF"/>
                </a:solidFill>
              </a:rPr>
              <a:t>75 = </a:t>
            </a:r>
            <a:r>
              <a:rPr lang="en-US" sz="2400">
                <a:solidFill>
                  <a:srgbClr val="FFFFFF"/>
                </a:solidFill>
              </a:rPr>
              <a:t>soixante</a:t>
            </a:r>
            <a:r>
              <a:rPr lang="en-US" sz="2400" dirty="0">
                <a:solidFill>
                  <a:srgbClr val="FFFFFF"/>
                </a:solidFill>
              </a:rPr>
              <a:t>-quinze (60+15)</a:t>
            </a:r>
          </a:p>
          <a:p>
            <a:endParaRPr lang="en-IN" sz="2400" dirty="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AA4B7D-C6EC-CED4-74C7-2CECED506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pPr lvl="0"/>
            <a:r>
              <a:rPr lang="en-US" sz="2400">
                <a:solidFill>
                  <a:srgbClr val="FFFFFF"/>
                </a:solidFill>
              </a:rPr>
              <a:t>76 = soixante-seize (60+16)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77 = soixante-dix-sept (60+17)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78 = soixante-dix-huit (60+18)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79 = soixante-dix-neuf (60+19)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80 = quatre-vingts (4*20)</a:t>
            </a:r>
          </a:p>
          <a:p>
            <a:endParaRPr lang="en-IN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959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72020-A058-F9D0-FF6B-987E41ECA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pPr lvl="0"/>
            <a:r>
              <a:rPr lang="en-US" sz="2400">
                <a:solidFill>
                  <a:srgbClr val="FFFFFF"/>
                </a:solidFill>
              </a:rPr>
              <a:t>81 = quatre-vingt-un (4*20+1)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82 = quatre-vingt-deux (4*20+2)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83 = quatre-vingt-trois (4*20+3)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84 = quatre-vingt-quatre (4*20+4)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85 = quatre-vingt-cinq (4*20+5)</a:t>
            </a:r>
          </a:p>
          <a:p>
            <a:endParaRPr lang="en-IN" sz="24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8E20E-DC75-861A-935D-6E9523A96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pPr lvl="0"/>
            <a:r>
              <a:rPr lang="en-US" sz="2400">
                <a:solidFill>
                  <a:srgbClr val="FFFFFF"/>
                </a:solidFill>
              </a:rPr>
              <a:t>86 = quatre-vingt-six (4*20+6)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87 = quatre-vingt-sept (4*20+7)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88 = quatre-vingt-huit (4*20+8)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89 = quatre-vingt-neuf (4*20+9)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90 = quatre-vingt-dix (4*20+10)</a:t>
            </a:r>
          </a:p>
          <a:p>
            <a:endParaRPr lang="en-IN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056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3624-AA68-284E-7CB5-12B647610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pPr lvl="0"/>
            <a:r>
              <a:rPr lang="en-US" sz="2400">
                <a:solidFill>
                  <a:srgbClr val="FFFFFF"/>
                </a:solidFill>
              </a:rPr>
              <a:t>91 = quatre-vingt-onze (4*20+11)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92 = quatre-vingt-douze (4*20+12)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93 = quatre-vingt-treize (4*20+13)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94 = quatre-vingt-quatorze (4*20+14)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95 = quatre-vingt-quinze (4*20+15)</a:t>
            </a:r>
          </a:p>
          <a:p>
            <a:endParaRPr lang="en-IN" sz="24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CBFF7-A803-4F03-A16E-2396B88E6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pPr lvl="0"/>
            <a:r>
              <a:rPr lang="en-US" sz="2400">
                <a:solidFill>
                  <a:srgbClr val="FFFFFF"/>
                </a:solidFill>
              </a:rPr>
              <a:t>96 = quatre-vingt-seize (4*20+16)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97 = quatre-vingt-dix-sept (4*20+17)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98 = quatre-vingt-dix-huit (4*20+18)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99 = quatre-vingt-dix-neuf (4*20+19)</a:t>
            </a:r>
          </a:p>
          <a:p>
            <a:pPr lvl="0"/>
            <a:r>
              <a:rPr lang="en-US" sz="2400">
                <a:solidFill>
                  <a:srgbClr val="FFFFFF"/>
                </a:solidFill>
              </a:rPr>
              <a:t>100 = cent</a:t>
            </a:r>
          </a:p>
          <a:p>
            <a:endParaRPr lang="en-IN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093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292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Les nombres</vt:lpstr>
      <vt:lpstr>0=Zéro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Deepti Rokade</dc:creator>
  <cp:lastModifiedBy>Deepti Rokade</cp:lastModifiedBy>
  <cp:revision>1</cp:revision>
  <dcterms:created xsi:type="dcterms:W3CDTF">2026-06-12T09:11:39Z</dcterms:created>
  <dcterms:modified xsi:type="dcterms:W3CDTF">2026-06-12T09:12:44Z</dcterms:modified>
</cp:coreProperties>
</file>